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1FA340-6310-4D13-B809-270B00FE7F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F89968-4F41-4D75-A408-78D2568172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F5D50D-C176-411C-A086-85D0388829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1B8821-6042-4F69-88A2-E95F6F31FB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D8985B-8521-4821-B317-681FA2F39D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78586F-11E1-4458-AACB-4D17348D7B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03B604-95A5-46CA-B4B2-97DE3A5569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A7C02E-2039-4E75-8AD0-9836749D2B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916F07-6CC0-4FA6-95A6-AA06BBF382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CB3A1F-0793-470E-850E-68A8418E5D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9BF4A5-28BD-40C1-B2AA-6870CC398E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https://developer.android.com/" TargetMode="External"/><Relationship Id="rId2" Type="http://schemas.openxmlformats.org/officeDocument/2006/relationships/hyperlink" Target="https://docs.oracle.com/javase/" TargetMode="External"/><Relationship Id="rId3" Type="http://schemas.openxmlformats.org/officeDocument/2006/relationships/hyperlink" Target="https://www.sqlite.org/docs.html" TargetMode="External"/><Relationship Id="rId4" Type="http://schemas.openxmlformats.org/officeDocument/2006/relationships/hyperlink" Target="https://m3.material.io/" TargetMode="External"/><Relationship Id="rId5" Type="http://schemas.openxmlformats.org/officeDocument/2006/relationships/hyperlink" Target="http://developer.alexanderklimov.ru/android/" TargetMode="External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9143640" cy="31968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3960000" y="540000"/>
            <a:ext cx="16380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MyDay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0" y="1620000"/>
            <a:ext cx="9144000" cy="9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Разработка мобильного приложения для отслеживания настроения и эмоционального состояния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80000" y="5040000"/>
            <a:ext cx="3240000" cy="18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Выполнил: Лемешев Захар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Ученик группы 10-3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4644000" y="5040000"/>
            <a:ext cx="4500000" cy="137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Научный руководитель: Муль Павел Фридрихович,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Учитель информатики высшей квалификационной категории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"/>
          <p:cNvPicPr/>
          <p:nvPr/>
        </p:nvPicPr>
        <p:blipFill>
          <a:blip r:embed="rId1"/>
          <a:stretch/>
        </p:blipFill>
        <p:spPr>
          <a:xfrm>
            <a:off x="3500640" y="2520000"/>
            <a:ext cx="2259360" cy="225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Рисунок 6"/>
          <p:cNvPicPr/>
          <p:nvPr/>
        </p:nvPicPr>
        <p:blipFill>
          <a:blip r:embed="rId2"/>
          <a:stretch/>
        </p:blipFill>
        <p:spPr>
          <a:xfrm>
            <a:off x="7560000" y="180000"/>
            <a:ext cx="1461600" cy="14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9143640" cy="31968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548640" y="5029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Идея проекта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360000" y="1620000"/>
            <a:ext cx="3060000" cy="26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Создать мобильное приложение, которое помогает пользователю ежедневно отслеживать настроение, эмоциональное состояние и общее самочувствие.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"/>
          <p:cNvPicPr/>
          <p:nvPr/>
        </p:nvPicPr>
        <p:blipFill>
          <a:blip r:embed="rId1"/>
          <a:stretch/>
        </p:blipFill>
        <p:spPr>
          <a:xfrm>
            <a:off x="4140000" y="743400"/>
            <a:ext cx="3362400" cy="540072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pic>
        <p:nvPicPr>
          <p:cNvPr id="72" name="Рисунок 1"/>
          <p:cNvPicPr/>
          <p:nvPr/>
        </p:nvPicPr>
        <p:blipFill>
          <a:blip r:embed="rId2"/>
          <a:stretch/>
        </p:blipFill>
        <p:spPr>
          <a:xfrm>
            <a:off x="7560000" y="180000"/>
            <a:ext cx="1461600" cy="14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9143640" cy="31968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548640" y="502920"/>
            <a:ext cx="31687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Актуальность проекта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540000" y="1440000"/>
            <a:ext cx="3420000" cy="30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Современные люди часто испытывают стресс и эмоциональную нагрузку.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Самоанализ помогает лучше понимать своё состояние.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Мобильный формат делает ведение дневника удобным и доступным.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"/>
          <p:cNvPicPr/>
          <p:nvPr/>
        </p:nvPicPr>
        <p:blipFill>
          <a:blip r:embed="rId1"/>
          <a:stretch/>
        </p:blipFill>
        <p:spPr>
          <a:xfrm>
            <a:off x="4320000" y="1260000"/>
            <a:ext cx="3119760" cy="468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Рисунок 2"/>
          <p:cNvPicPr/>
          <p:nvPr/>
        </p:nvPicPr>
        <p:blipFill>
          <a:blip r:embed="rId2"/>
          <a:stretch/>
        </p:blipFill>
        <p:spPr>
          <a:xfrm>
            <a:off x="7560000" y="180000"/>
            <a:ext cx="1461600" cy="14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9143640" cy="31968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548640" y="5029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Цель проекта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540000" y="1516680"/>
            <a:ext cx="66600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Разработать Android-приложение для ведения дневника настроения, анализа эмоционального состояния и хранения ежедневных записей.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Рисунок 3"/>
          <p:cNvPicPr/>
          <p:nvPr/>
        </p:nvPicPr>
        <p:blipFill>
          <a:blip r:embed="rId1"/>
          <a:stretch/>
        </p:blipFill>
        <p:spPr>
          <a:xfrm>
            <a:off x="7560000" y="180000"/>
            <a:ext cx="1461600" cy="14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"/>
          <p:cNvPicPr/>
          <p:nvPr/>
        </p:nvPicPr>
        <p:blipFill>
          <a:blip r:embed="rId2"/>
          <a:stretch/>
        </p:blipFill>
        <p:spPr>
          <a:xfrm>
            <a:off x="2700000" y="3298680"/>
            <a:ext cx="4131360" cy="278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9143640" cy="31968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548640" y="5029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Задачи проекта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540000" y="1800000"/>
            <a:ext cx="7455240" cy="16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Изучение аналогов.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Разработка интерфейса.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Создание базы данных.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Реализация календаря и статистики.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Создание графика настроения.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Рисунок 4"/>
          <p:cNvPicPr/>
          <p:nvPr/>
        </p:nvPicPr>
        <p:blipFill>
          <a:blip r:embed="rId1"/>
          <a:stretch/>
        </p:blipFill>
        <p:spPr>
          <a:xfrm>
            <a:off x="7560000" y="180000"/>
            <a:ext cx="1461600" cy="14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Рисунок 16"/>
          <p:cNvPicPr/>
          <p:nvPr/>
        </p:nvPicPr>
        <p:blipFill>
          <a:blip r:embed="rId2"/>
          <a:stretch/>
        </p:blipFill>
        <p:spPr>
          <a:xfrm>
            <a:off x="5760000" y="4320000"/>
            <a:ext cx="2160000" cy="216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"/>
          <p:cNvPicPr/>
          <p:nvPr/>
        </p:nvPicPr>
        <p:blipFill>
          <a:blip r:embed="rId3"/>
          <a:stretch/>
        </p:blipFill>
        <p:spPr>
          <a:xfrm>
            <a:off x="5580000" y="1800000"/>
            <a:ext cx="2160000" cy="216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9143640" cy="31968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548640" y="5029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Структура приложения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360000" y="1254240"/>
            <a:ext cx="10515240" cy="23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Главный экран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История записей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Календарь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Статистика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Экран редактирования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Каждый экран реализован через отдельный Fragment.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Рисунок 7"/>
          <p:cNvPicPr/>
          <p:nvPr/>
        </p:nvPicPr>
        <p:blipFill>
          <a:blip r:embed="rId1"/>
          <a:stretch/>
        </p:blipFill>
        <p:spPr>
          <a:xfrm>
            <a:off x="7560000" y="180000"/>
            <a:ext cx="1461600" cy="14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"/>
          <p:cNvPicPr/>
          <p:nvPr/>
        </p:nvPicPr>
        <p:blipFill>
          <a:blip r:embed="rId2"/>
          <a:stretch/>
        </p:blipFill>
        <p:spPr>
          <a:xfrm>
            <a:off x="3600000" y="3965760"/>
            <a:ext cx="2466720" cy="251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9143640" cy="31968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548640" y="5029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Интерфейс приложения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540000" y="1551240"/>
            <a:ext cx="1051524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Спокойная цветовая палитра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Минималистичный дизайн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Скруглённые элементы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Цветовая индикация настроения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Удобная навигация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Рисунок 9"/>
          <p:cNvPicPr/>
          <p:nvPr/>
        </p:nvPicPr>
        <p:blipFill>
          <a:blip r:embed="rId1"/>
          <a:stretch/>
        </p:blipFill>
        <p:spPr>
          <a:xfrm>
            <a:off x="7560000" y="180000"/>
            <a:ext cx="1461600" cy="14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"/>
          <p:cNvPicPr/>
          <p:nvPr/>
        </p:nvPicPr>
        <p:blipFill>
          <a:blip r:embed="rId2"/>
          <a:stretch/>
        </p:blipFill>
        <p:spPr>
          <a:xfrm>
            <a:off x="3240000" y="3503880"/>
            <a:ext cx="2439720" cy="243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9143640" cy="31968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548640" y="5029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Функционал приложения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640080" y="1620000"/>
            <a:ext cx="1051524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Добавление записей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Выбор настроения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Оценка дня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Комментарии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История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Календарь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Статистика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Редактирование записей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548640" y="63093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MyDay • Android-приложение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Рисунок 10"/>
          <p:cNvPicPr/>
          <p:nvPr/>
        </p:nvPicPr>
        <p:blipFill>
          <a:blip r:embed="rId1"/>
          <a:stretch/>
        </p:blipFill>
        <p:spPr>
          <a:xfrm>
            <a:off x="7560000" y="180000"/>
            <a:ext cx="1461600" cy="14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"/>
          <p:cNvPicPr/>
          <p:nvPr/>
        </p:nvPicPr>
        <p:blipFill>
          <a:blip r:embed="rId2"/>
          <a:stretch/>
        </p:blipFill>
        <p:spPr>
          <a:xfrm>
            <a:off x="4012920" y="1800000"/>
            <a:ext cx="1927080" cy="36000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pic>
        <p:nvPicPr>
          <p:cNvPr id="105" name=""/>
          <p:cNvPicPr/>
          <p:nvPr/>
        </p:nvPicPr>
        <p:blipFill>
          <a:blip r:embed="rId3"/>
          <a:stretch/>
        </p:blipFill>
        <p:spPr>
          <a:xfrm>
            <a:off x="6300000" y="1800000"/>
            <a:ext cx="2241360" cy="36000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0"/>
            <a:ext cx="9143640" cy="31968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548640" y="5029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Статистика и график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104760" y="1440000"/>
            <a:ext cx="51152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Для графика был создан собственный класс ScoreGraphView с использованием Canvas API и Custom View.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Рисунок 11"/>
          <p:cNvPicPr/>
          <p:nvPr/>
        </p:nvPicPr>
        <p:blipFill>
          <a:blip r:embed="rId1"/>
          <a:stretch/>
        </p:blipFill>
        <p:spPr>
          <a:xfrm>
            <a:off x="7560000" y="180000"/>
            <a:ext cx="1461600" cy="14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"/>
          <p:cNvPicPr/>
          <p:nvPr/>
        </p:nvPicPr>
        <p:blipFill>
          <a:blip r:embed="rId2"/>
          <a:stretch/>
        </p:blipFill>
        <p:spPr>
          <a:xfrm>
            <a:off x="5054040" y="1800000"/>
            <a:ext cx="2685960" cy="48600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9143640" cy="31968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2"/>
          <p:cNvSpPr/>
          <p:nvPr/>
        </p:nvSpPr>
        <p:spPr>
          <a:xfrm>
            <a:off x="548640" y="5029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Результат проекта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3"/>
          <p:cNvSpPr/>
          <p:nvPr/>
        </p:nvSpPr>
        <p:spPr>
          <a:xfrm>
            <a:off x="464760" y="1371240"/>
            <a:ext cx="781524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Создано полноценное Android-приложение с современным интерфейсом, локальной базой данных и системой статистики.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Рисунок 12"/>
          <p:cNvPicPr/>
          <p:nvPr/>
        </p:nvPicPr>
        <p:blipFill>
          <a:blip r:embed="rId1"/>
          <a:stretch/>
        </p:blipFill>
        <p:spPr>
          <a:xfrm>
            <a:off x="7560000" y="180000"/>
            <a:ext cx="1461600" cy="14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"/>
          <p:cNvSpPr txBox="1"/>
          <p:nvPr/>
        </p:nvSpPr>
        <p:spPr>
          <a:xfrm>
            <a:off x="540000" y="2520000"/>
            <a:ext cx="360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Приложение: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540000" y="3016440"/>
            <a:ext cx="7020000" cy="616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работает автономно без Интернета;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сохраняет данные локально;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содержит систему статистики оценок;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имеет календарь и историю записей;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поддерживает редактирование данных;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использует собственную цветовую палитру;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готово к использованию на смартфоне.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0" y="0"/>
            <a:ext cx="9143640" cy="31968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548640" y="5029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Перспективы развития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3"/>
          <p:cNvSpPr/>
          <p:nvPr/>
        </p:nvSpPr>
        <p:spPr>
          <a:xfrm>
            <a:off x="644760" y="1980000"/>
            <a:ext cx="10515240" cy="16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Тёмная тема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Уведомления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Экспорт данных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Облачная синхронизация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• AI-анализ настроения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Рисунок 13"/>
          <p:cNvPicPr/>
          <p:nvPr/>
        </p:nvPicPr>
        <p:blipFill>
          <a:blip r:embed="rId1"/>
          <a:stretch/>
        </p:blipFill>
        <p:spPr>
          <a:xfrm>
            <a:off x="7560000" y="180000"/>
            <a:ext cx="1461600" cy="14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"/>
          <p:cNvPicPr/>
          <p:nvPr/>
        </p:nvPicPr>
        <p:blipFill>
          <a:blip r:embed="rId2"/>
          <a:stretch/>
        </p:blipFill>
        <p:spPr>
          <a:xfrm>
            <a:off x="3600000" y="4140000"/>
            <a:ext cx="2427480" cy="242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"/>
          <p:cNvPicPr/>
          <p:nvPr/>
        </p:nvPicPr>
        <p:blipFill>
          <a:blip r:embed="rId3"/>
          <a:stretch/>
        </p:blipFill>
        <p:spPr>
          <a:xfrm>
            <a:off x="5760000" y="2075760"/>
            <a:ext cx="2484000" cy="152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9143640" cy="31968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548640" y="502920"/>
            <a:ext cx="34822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6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Источники и литература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180000" y="1726920"/>
            <a:ext cx="10515240" cy="44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Android Developers. Интернет-ресурс: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  <a:hlinkClick r:id="rId1"/>
              </a:rPr>
              <a:t>https://developer.android.com</a:t>
            </a: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Oracle Java Documentation. Интернет-ресурс: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  <a:hlinkClick r:id="rId2"/>
              </a:rPr>
              <a:t>https://docs.oracle.com/javase/</a:t>
            </a: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SQLite Documentation. Интернет-ресурс: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  <a:hlinkClick r:id="rId3"/>
              </a:rPr>
              <a:t>https://www.sqlite.org/docs.html</a:t>
            </a: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Material Design 3. Интернет-ресурс: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  <a:hlinkClick r:id="rId4"/>
              </a:rPr>
              <a:t>https://m3.material.io</a:t>
            </a: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Шкодим под Android. Интернет-ресурс: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2200" b="0" u="none" strike="noStrike">
                <a:solidFill>
                  <a:srgbClr val="282c34"/>
                </a:solidFill>
                <a:effectLst/>
                <a:uFillTx/>
                <a:latin typeface="Calibri"/>
                <a:hlinkClick r:id="rId5"/>
              </a:rPr>
              <a:t>http://developer.alexanderklimov.ru/android/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Рисунок 14"/>
          <p:cNvPicPr/>
          <p:nvPr/>
        </p:nvPicPr>
        <p:blipFill>
          <a:blip r:embed="rId6"/>
          <a:stretch/>
        </p:blipFill>
        <p:spPr>
          <a:xfrm>
            <a:off x="7560000" y="180000"/>
            <a:ext cx="1461600" cy="14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0" y="0"/>
            <a:ext cx="9143640" cy="319680"/>
          </a:xfrm>
          <a:prstGeom prst="rect">
            <a:avLst/>
          </a:prstGeom>
          <a:solidFill>
            <a:srgbClr val="4f8f8b"/>
          </a:solidFill>
          <a:ln>
            <a:solidFill>
              <a:srgbClr val="4f8f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1620000" y="2520000"/>
            <a:ext cx="54306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282c34"/>
                </a:solidFill>
                <a:effectLst/>
                <a:uFillTx/>
                <a:latin typeface="Calibri"/>
              </a:rPr>
              <a:t>Спасибо за внимание!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Рисунок 15"/>
          <p:cNvPicPr/>
          <p:nvPr/>
        </p:nvPicPr>
        <p:blipFill>
          <a:blip r:embed="rId1"/>
          <a:stretch/>
        </p:blipFill>
        <p:spPr>
          <a:xfrm>
            <a:off x="7560000" y="180000"/>
            <a:ext cx="1461600" cy="14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"/>
          <p:cNvSpPr txBox="1"/>
          <p:nvPr/>
        </p:nvSpPr>
        <p:spPr>
          <a:xfrm>
            <a:off x="180000" y="4320000"/>
            <a:ext cx="2700000" cy="21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Выполнил: 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Лемешев Захар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Ученик группы 10-3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5220000" y="4320000"/>
            <a:ext cx="3420000" cy="21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Научный руководитель: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Муль Павел Фридрихович,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учитель информатики высшей квалификационной категории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LibreOffice/25.8.6.2$Windows_X86_64 LibreOffice_project/b4b39682cd9868fa725bc664aff94278d315bd04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2026-07-24T14:31:58Z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