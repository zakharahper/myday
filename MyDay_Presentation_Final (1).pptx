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85892AD-0137-495D-A98B-2303BDB181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1F555C4-513E-4F14-9AC4-6D71CECF48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F69CE1C-5E9E-4FBA-8D84-104A4F1D7B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F708DC8-4833-47AE-AF99-D1117BA13A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971A0BA-DA3F-463B-BDDE-F1000500C1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FEA2BE1-1D69-4A87-8AAE-7544E823B3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E7CF3F-2638-4E25-95F3-B542AFB460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286DC6B-A12C-44CD-9CE0-CC067C94A2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AC2F04E-EBF7-4635-B461-A9744D5E08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7C1435C-1C7D-41D7-9AB7-EF36E2A487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25DB7DE-243E-4C24-AFA8-50AAAEB06D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developer.android.com/" TargetMode="External"/><Relationship Id="rId2" Type="http://schemas.openxmlformats.org/officeDocument/2006/relationships/hyperlink" Target="https://docs.oracle.com/javase/" TargetMode="External"/><Relationship Id="rId3" Type="http://schemas.openxmlformats.org/officeDocument/2006/relationships/hyperlink" Target="https://www.sqlite.org/docs.html" TargetMode="External"/><Relationship Id="rId4" Type="http://schemas.openxmlformats.org/officeDocument/2006/relationships/hyperlink" Target="https://m3.material.io/" TargetMode="External"/><Relationship Id="rId5" Type="http://schemas.openxmlformats.org/officeDocument/2006/relationships/hyperlink" Target="http://developer.alexanderklimov.ru/android/" TargetMode="External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9143280" cy="31932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3600000" y="540000"/>
            <a:ext cx="24116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sng" strike="noStrike">
                <a:solidFill>
                  <a:srgbClr val="282c34"/>
                </a:solidFill>
                <a:effectLst/>
                <a:uFillTx/>
                <a:latin typeface="Calibri"/>
              </a:rPr>
              <a:t>Мой день</a:t>
            </a:r>
            <a:endParaRPr lang="ru-RU" sz="4400" b="0" u="sng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0" y="1620000"/>
            <a:ext cx="914364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Разработка мобильного приложения для отслеживания настроения и эмоционального состояния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80000" y="5040000"/>
            <a:ext cx="3239640" cy="17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Выполнил: Лемешев Захар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Ученик группы 10-3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4644000" y="5040000"/>
            <a:ext cx="44996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Научный руководитель: Муль Павел Фридрихович,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Учитель информатики высшей квалификационной категории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"/>
          <p:cNvPicPr/>
          <p:nvPr/>
        </p:nvPicPr>
        <p:blipFill>
          <a:blip r:embed="rId1"/>
          <a:stretch/>
        </p:blipFill>
        <p:spPr>
          <a:xfrm>
            <a:off x="3500640" y="2520000"/>
            <a:ext cx="2259000" cy="225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Рисунок 6"/>
          <p:cNvPicPr/>
          <p:nvPr/>
        </p:nvPicPr>
        <p:blipFill>
          <a:blip r:embed="rId2"/>
          <a:stretch/>
        </p:blipFill>
        <p:spPr>
          <a:xfrm>
            <a:off x="7560000" y="180000"/>
            <a:ext cx="1461240" cy="143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9143280" cy="31932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548640" y="502920"/>
            <a:ext cx="10057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Идея проекта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360000" y="1620000"/>
            <a:ext cx="3059640" cy="268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Создать мобильное приложение, которое помогает пользователю ежедневно отслеживать настроение, эмоциональное состояние и общее самочувствие.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"/>
          <p:cNvPicPr/>
          <p:nvPr/>
        </p:nvPicPr>
        <p:blipFill>
          <a:blip r:embed="rId1"/>
          <a:stretch/>
        </p:blipFill>
        <p:spPr>
          <a:xfrm>
            <a:off x="4140000" y="743400"/>
            <a:ext cx="3362040" cy="540036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pic>
        <p:nvPicPr>
          <p:cNvPr id="72" name="Рисунок 1"/>
          <p:cNvPicPr/>
          <p:nvPr/>
        </p:nvPicPr>
        <p:blipFill>
          <a:blip r:embed="rId2"/>
          <a:stretch/>
        </p:blipFill>
        <p:spPr>
          <a:xfrm>
            <a:off x="7560000" y="180000"/>
            <a:ext cx="1461240" cy="143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9143280" cy="31932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548640" y="502920"/>
            <a:ext cx="31683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Актуальность проекта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540000" y="1440000"/>
            <a:ext cx="3419640" cy="30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Современные люди часто испытывают стресс и эмоциональную нагрузку.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Самоанализ помогает лучше понимать своё состояние.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Мобильный формат делает ведение дневника удобным и доступным.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/>
          <p:cNvPicPr/>
          <p:nvPr/>
        </p:nvPicPr>
        <p:blipFill>
          <a:blip r:embed="rId1"/>
          <a:stretch/>
        </p:blipFill>
        <p:spPr>
          <a:xfrm>
            <a:off x="4320000" y="1260000"/>
            <a:ext cx="3119400" cy="467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Рисунок 2"/>
          <p:cNvPicPr/>
          <p:nvPr/>
        </p:nvPicPr>
        <p:blipFill>
          <a:blip r:embed="rId2"/>
          <a:stretch/>
        </p:blipFill>
        <p:spPr>
          <a:xfrm>
            <a:off x="7560000" y="180000"/>
            <a:ext cx="1461240" cy="143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9143280" cy="31932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548640" y="502920"/>
            <a:ext cx="10057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Цель проекта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540000" y="1516680"/>
            <a:ext cx="66596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Разработать Android-приложение для ведения дневника настроения, анализа эмоционального состояния и хранения ежедневных записей.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Рисунок 3"/>
          <p:cNvPicPr/>
          <p:nvPr/>
        </p:nvPicPr>
        <p:blipFill>
          <a:blip r:embed="rId1"/>
          <a:stretch/>
        </p:blipFill>
        <p:spPr>
          <a:xfrm>
            <a:off x="7560000" y="180000"/>
            <a:ext cx="1461240" cy="143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"/>
          <p:cNvPicPr/>
          <p:nvPr/>
        </p:nvPicPr>
        <p:blipFill>
          <a:blip r:embed="rId2"/>
          <a:stretch/>
        </p:blipFill>
        <p:spPr>
          <a:xfrm>
            <a:off x="2700000" y="3298680"/>
            <a:ext cx="4131000" cy="278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9143280" cy="31932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548640" y="502920"/>
            <a:ext cx="10057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Задачи проекта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540000" y="1800000"/>
            <a:ext cx="7454880" cy="16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Изучение аналогов.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Разработка интерфейса.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Создание базы данных.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Реализация календаря и статистики.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Создание графика настроения.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Рисунок 4"/>
          <p:cNvPicPr/>
          <p:nvPr/>
        </p:nvPicPr>
        <p:blipFill>
          <a:blip r:embed="rId1"/>
          <a:stretch/>
        </p:blipFill>
        <p:spPr>
          <a:xfrm>
            <a:off x="7560000" y="180000"/>
            <a:ext cx="1461240" cy="143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Рисунок 16"/>
          <p:cNvPicPr/>
          <p:nvPr/>
        </p:nvPicPr>
        <p:blipFill>
          <a:blip r:embed="rId2"/>
          <a:stretch/>
        </p:blipFill>
        <p:spPr>
          <a:xfrm>
            <a:off x="5760000" y="4320000"/>
            <a:ext cx="2159640" cy="215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"/>
          <p:cNvPicPr/>
          <p:nvPr/>
        </p:nvPicPr>
        <p:blipFill>
          <a:blip r:embed="rId3"/>
          <a:stretch/>
        </p:blipFill>
        <p:spPr>
          <a:xfrm>
            <a:off x="5580000" y="1800000"/>
            <a:ext cx="2159640" cy="215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9143280" cy="31932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548640" y="502920"/>
            <a:ext cx="10057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Структура приложения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360000" y="1254240"/>
            <a:ext cx="10514880" cy="23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Главный экран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История записей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Календарь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Статистика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Экран редактирования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Каждый экран реализован через отдельный Fragment.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Рисунок 7"/>
          <p:cNvPicPr/>
          <p:nvPr/>
        </p:nvPicPr>
        <p:blipFill>
          <a:blip r:embed="rId1"/>
          <a:stretch/>
        </p:blipFill>
        <p:spPr>
          <a:xfrm>
            <a:off x="7560000" y="180000"/>
            <a:ext cx="1461240" cy="143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"/>
          <p:cNvPicPr/>
          <p:nvPr/>
        </p:nvPicPr>
        <p:blipFill>
          <a:blip r:embed="rId2"/>
          <a:stretch/>
        </p:blipFill>
        <p:spPr>
          <a:xfrm>
            <a:off x="3600000" y="3965760"/>
            <a:ext cx="2466360" cy="251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9143280" cy="31932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548640" y="502920"/>
            <a:ext cx="10057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Интерфейс приложения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540000" y="1551240"/>
            <a:ext cx="1051488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Спокойная цветовая палитра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Минималистичный дизайн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Скруглённые элементы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Цветовая индикация настроения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Удобная навигация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Рисунок 9"/>
          <p:cNvPicPr/>
          <p:nvPr/>
        </p:nvPicPr>
        <p:blipFill>
          <a:blip r:embed="rId1"/>
          <a:stretch/>
        </p:blipFill>
        <p:spPr>
          <a:xfrm>
            <a:off x="7560000" y="180000"/>
            <a:ext cx="1461240" cy="143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"/>
          <p:cNvPicPr/>
          <p:nvPr/>
        </p:nvPicPr>
        <p:blipFill>
          <a:blip r:embed="rId2"/>
          <a:stretch/>
        </p:blipFill>
        <p:spPr>
          <a:xfrm>
            <a:off x="3240000" y="3503880"/>
            <a:ext cx="2439360" cy="2435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9143280" cy="31932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548640" y="502920"/>
            <a:ext cx="10057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Функционал приложения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640080" y="1620000"/>
            <a:ext cx="1051488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Добавление записей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Выбор настроения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Оценка дня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Комментарии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История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Календарь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Статистика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Редактирование записей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548640" y="63093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MyDay • Android-приложение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Рисунок 10"/>
          <p:cNvPicPr/>
          <p:nvPr/>
        </p:nvPicPr>
        <p:blipFill>
          <a:blip r:embed="rId1"/>
          <a:stretch/>
        </p:blipFill>
        <p:spPr>
          <a:xfrm>
            <a:off x="7560000" y="180000"/>
            <a:ext cx="1461240" cy="143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"/>
          <p:cNvPicPr/>
          <p:nvPr/>
        </p:nvPicPr>
        <p:blipFill>
          <a:blip r:embed="rId2"/>
          <a:stretch/>
        </p:blipFill>
        <p:spPr>
          <a:xfrm>
            <a:off x="4012920" y="1800000"/>
            <a:ext cx="1926720" cy="359964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pic>
        <p:nvPicPr>
          <p:cNvPr id="105" name=""/>
          <p:cNvPicPr/>
          <p:nvPr/>
        </p:nvPicPr>
        <p:blipFill>
          <a:blip r:embed="rId3"/>
          <a:stretch/>
        </p:blipFill>
        <p:spPr>
          <a:xfrm>
            <a:off x="6300000" y="1800000"/>
            <a:ext cx="2241000" cy="359964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9143280" cy="31932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548640" y="502920"/>
            <a:ext cx="10057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Статистика и график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104760" y="1440000"/>
            <a:ext cx="5114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Для графика был создан собственный класс ScoreGraphView с использованием Canvas API и Custom View.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Рисунок 11"/>
          <p:cNvPicPr/>
          <p:nvPr/>
        </p:nvPicPr>
        <p:blipFill>
          <a:blip r:embed="rId1"/>
          <a:stretch/>
        </p:blipFill>
        <p:spPr>
          <a:xfrm>
            <a:off x="7560000" y="180000"/>
            <a:ext cx="1461240" cy="143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"/>
          <p:cNvPicPr/>
          <p:nvPr/>
        </p:nvPicPr>
        <p:blipFill>
          <a:blip r:embed="rId2"/>
          <a:stretch/>
        </p:blipFill>
        <p:spPr>
          <a:xfrm>
            <a:off x="5054040" y="1800000"/>
            <a:ext cx="2685600" cy="485964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9143280" cy="31932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548640" y="502920"/>
            <a:ext cx="10057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Результат проекта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464760" y="1371240"/>
            <a:ext cx="781488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Создано полноценное Android-приложение с современным интерфейсом, локальной базой данных и системой статистики.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Рисунок 12"/>
          <p:cNvPicPr/>
          <p:nvPr/>
        </p:nvPicPr>
        <p:blipFill>
          <a:blip r:embed="rId1"/>
          <a:stretch/>
        </p:blipFill>
        <p:spPr>
          <a:xfrm>
            <a:off x="7560000" y="180000"/>
            <a:ext cx="1461240" cy="143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540000" y="2520000"/>
            <a:ext cx="3599640" cy="10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Приложение: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540000" y="3016440"/>
            <a:ext cx="7019640" cy="61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работает автономно без Интернета;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сохраняет данные локально;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содержит систему статистики оценок;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имеет календарь и историю записей;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поддерживает редактирование данных;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использует собственную цветовую палитру;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готово к использованию на смартфоне.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9143280" cy="31932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548640" y="502920"/>
            <a:ext cx="10057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Перспективы развития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644760" y="1980000"/>
            <a:ext cx="10514880" cy="16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Тёмная тема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Уведомления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Экспорт данных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Облачная синхронизация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AI-анализ настроения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Рисунок 13"/>
          <p:cNvPicPr/>
          <p:nvPr/>
        </p:nvPicPr>
        <p:blipFill>
          <a:blip r:embed="rId1"/>
          <a:stretch/>
        </p:blipFill>
        <p:spPr>
          <a:xfrm>
            <a:off x="7560000" y="180000"/>
            <a:ext cx="1461240" cy="143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"/>
          <p:cNvPicPr/>
          <p:nvPr/>
        </p:nvPicPr>
        <p:blipFill>
          <a:blip r:embed="rId2"/>
          <a:stretch/>
        </p:blipFill>
        <p:spPr>
          <a:xfrm>
            <a:off x="3600000" y="4140000"/>
            <a:ext cx="2427120" cy="242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"/>
          <p:cNvPicPr/>
          <p:nvPr/>
        </p:nvPicPr>
        <p:blipFill>
          <a:blip r:embed="rId3"/>
          <a:stretch/>
        </p:blipFill>
        <p:spPr>
          <a:xfrm>
            <a:off x="5760000" y="2075760"/>
            <a:ext cx="2483640" cy="152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9143280" cy="31932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548640" y="502920"/>
            <a:ext cx="34822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Источники и литература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180000" y="1726920"/>
            <a:ext cx="10514880" cy="44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Android Developers. Интернет-ресурс: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0000ff"/>
                </a:solidFill>
                <a:effectLst/>
                <a:uFillTx/>
                <a:latin typeface="Calibri"/>
                <a:hlinkClick r:id="rId1"/>
              </a:rPr>
              <a:t>https://developer.android.com</a:t>
            </a: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Oracle Java Documentation. Интернет-ресурс: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0000ff"/>
                </a:solidFill>
                <a:effectLst/>
                <a:uFillTx/>
                <a:latin typeface="Calibri"/>
                <a:hlinkClick r:id="rId2"/>
              </a:rPr>
              <a:t>https://docs.oracle.com/javase/</a:t>
            </a: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SQLite Documentation. Интернет-ресурс: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0000ff"/>
                </a:solidFill>
                <a:effectLst/>
                <a:uFillTx/>
                <a:latin typeface="Calibri"/>
                <a:hlinkClick r:id="rId3"/>
              </a:rPr>
              <a:t>https://www.sqlite.org/docs.html</a:t>
            </a: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Material Design 3. Интернет-ресурс: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0000ff"/>
                </a:solidFill>
                <a:effectLst/>
                <a:uFillTx/>
                <a:latin typeface="Calibri"/>
                <a:hlinkClick r:id="rId4"/>
              </a:rPr>
              <a:t>https://m3.material.io</a:t>
            </a: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Шкодим под Android. Интернет-ресурс: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0000ff"/>
                </a:solidFill>
                <a:effectLst/>
                <a:uFillTx/>
                <a:latin typeface="Calibri"/>
                <a:hlinkClick r:id="rId5"/>
              </a:rPr>
              <a:t>http://developer.alexanderklimov.ru/android/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Рисунок 14"/>
          <p:cNvPicPr/>
          <p:nvPr/>
        </p:nvPicPr>
        <p:blipFill>
          <a:blip r:embed="rId6"/>
          <a:stretch/>
        </p:blipFill>
        <p:spPr>
          <a:xfrm>
            <a:off x="7560000" y="180000"/>
            <a:ext cx="1461240" cy="143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0" y="0"/>
            <a:ext cx="9143280" cy="31932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1620000" y="2520000"/>
            <a:ext cx="54306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Спасибо за внимание!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Рисунок 15"/>
          <p:cNvPicPr/>
          <p:nvPr/>
        </p:nvPicPr>
        <p:blipFill>
          <a:blip r:embed="rId1"/>
          <a:stretch/>
        </p:blipFill>
        <p:spPr>
          <a:xfrm>
            <a:off x="7560000" y="180000"/>
            <a:ext cx="1461240" cy="143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"/>
          <p:cNvSpPr/>
          <p:nvPr/>
        </p:nvSpPr>
        <p:spPr>
          <a:xfrm>
            <a:off x="180000" y="4320000"/>
            <a:ext cx="2699640" cy="21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Выполнил: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Лемешев Захар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Ученик группы 10-3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5220000" y="4320000"/>
            <a:ext cx="3419640" cy="21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Научный руководитель: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Муль Павел Фридрихович,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учитель информатики высшей квалификационной категории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LibreOffice/25.8.6.2$Windows_X86_64 LibreOffice_project/b4b39682cd9868fa725bc664aff94278d315bd04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2026-07-25T09:08:07Z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